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Nunito SemiBold"/>
      <p:regular r:id="rId28"/>
      <p:bold r:id="rId29"/>
      <p:italic r:id="rId30"/>
      <p:boldItalic r:id="rId31"/>
    </p:embeddedFont>
    <p:embeddedFont>
      <p:font typeface="Nunito ExtraLight"/>
      <p:regular r:id="rId32"/>
      <p:bold r:id="rId33"/>
      <p:italic r:id="rId34"/>
      <p:boldItalic r:id="rId35"/>
    </p:embeddedFont>
    <p:embeddedFont>
      <p:font typeface="Nunito"/>
      <p:regular r:id="rId36"/>
      <p:bold r:id="rId37"/>
      <p:italic r:id="rId38"/>
      <p:boldItalic r:id="rId39"/>
    </p:embeddedFont>
    <p:embeddedFont>
      <p:font typeface="Playfair Display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regular.fntdata"/><Relationship Id="rId20" Type="http://schemas.openxmlformats.org/officeDocument/2006/relationships/slide" Target="slides/slide15.xml"/><Relationship Id="rId42" Type="http://schemas.openxmlformats.org/officeDocument/2006/relationships/font" Target="fonts/PlayfairDisplay-italic.fntdata"/><Relationship Id="rId41" Type="http://schemas.openxmlformats.org/officeDocument/2006/relationships/font" Target="fonts/PlayfairDisplay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PlayfairDisplay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SemiBold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emiBold-boldItalic.fntdata"/><Relationship Id="rId30" Type="http://schemas.openxmlformats.org/officeDocument/2006/relationships/font" Target="fonts/NunitoSemiBold-italic.fntdata"/><Relationship Id="rId11" Type="http://schemas.openxmlformats.org/officeDocument/2006/relationships/slide" Target="slides/slide6.xml"/><Relationship Id="rId33" Type="http://schemas.openxmlformats.org/officeDocument/2006/relationships/font" Target="fonts/NunitoExtraLight-bold.fntdata"/><Relationship Id="rId10" Type="http://schemas.openxmlformats.org/officeDocument/2006/relationships/slide" Target="slides/slide5.xml"/><Relationship Id="rId32" Type="http://schemas.openxmlformats.org/officeDocument/2006/relationships/font" Target="fonts/NunitoExtraLight-regular.fntdata"/><Relationship Id="rId13" Type="http://schemas.openxmlformats.org/officeDocument/2006/relationships/slide" Target="slides/slide8.xml"/><Relationship Id="rId35" Type="http://schemas.openxmlformats.org/officeDocument/2006/relationships/font" Target="fonts/NunitoExtra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NunitoExtraLight-italic.fntdata"/><Relationship Id="rId15" Type="http://schemas.openxmlformats.org/officeDocument/2006/relationships/slide" Target="slides/slide10.xml"/><Relationship Id="rId37" Type="http://schemas.openxmlformats.org/officeDocument/2006/relationships/font" Target="fonts/Nunito-bold.fntdata"/><Relationship Id="rId14" Type="http://schemas.openxmlformats.org/officeDocument/2006/relationships/slide" Target="slides/slide9.xml"/><Relationship Id="rId36" Type="http://schemas.openxmlformats.org/officeDocument/2006/relationships/font" Target="fonts/Nunito-regular.fntdata"/><Relationship Id="rId17" Type="http://schemas.openxmlformats.org/officeDocument/2006/relationships/slide" Target="slides/slide12.xml"/><Relationship Id="rId39" Type="http://schemas.openxmlformats.org/officeDocument/2006/relationships/font" Target="fonts/Nunito-boldItalic.fntdata"/><Relationship Id="rId16" Type="http://schemas.openxmlformats.org/officeDocument/2006/relationships/slide" Target="slides/slide11.xml"/><Relationship Id="rId38" Type="http://schemas.openxmlformats.org/officeDocument/2006/relationships/font" Target="fonts/Nuni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0541f3f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0541f3f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0453e59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0453e59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a034c3b4fa_0_1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a034c3b4f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034c3b4fa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034c3b4f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034c3b4fa_0_1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034c3b4f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0541f3f99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0541f3f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0453e59ab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0453e59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a0453e59a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a0453e59a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0541f3f9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0541f3f9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0541f3f9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0541f3f9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0541f3f9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0541f3f9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a0541f3f9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a0541f3f9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a0541f3f9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a0541f3f9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a0541f3f9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a0541f3f9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419000" y="1372575"/>
            <a:ext cx="8394300" cy="18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ZTF Early Observations of Type Ia Supernovae I: Properties of the 2018 Sample</a:t>
            </a:r>
            <a:endParaRPr sz="30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Yao et al. , 2019</a:t>
            </a:r>
            <a:endParaRPr sz="2400"/>
          </a:p>
        </p:txBody>
      </p:sp>
      <p:sp>
        <p:nvSpPr>
          <p:cNvPr id="130" name="Google Shape;130;p13"/>
          <p:cNvSpPr txBox="1"/>
          <p:nvPr/>
        </p:nvSpPr>
        <p:spPr>
          <a:xfrm>
            <a:off x="2870600" y="4348875"/>
            <a:ext cx="33375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Journal Club - 2020-10-09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2018700" y="850300"/>
            <a:ext cx="5377500" cy="114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Ia Supernovae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271450" y="2225000"/>
            <a:ext cx="71808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Playfair Display"/>
                <a:ea typeface="Playfair Display"/>
                <a:cs typeface="Playfair Display"/>
                <a:sym typeface="Playfair Display"/>
              </a:rPr>
              <a:t>Type Ia supernovae (SNe Ia) are widely regarded as an explo-</a:t>
            </a:r>
            <a:endParaRPr b="1" sz="1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Playfair Display"/>
                <a:ea typeface="Playfair Display"/>
                <a:cs typeface="Playfair Display"/>
                <a:sym typeface="Playfair Display"/>
              </a:rPr>
              <a:t>sion due to thermonuclear runaway in a degenerate stellar core, possibly a carbon-oxygen (C/O) white dwarf (WD).</a:t>
            </a:r>
            <a:endParaRPr b="1" sz="1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Playfair Display"/>
                <a:ea typeface="Playfair Display"/>
                <a:cs typeface="Playfair Display"/>
                <a:sym typeface="Playfair Display"/>
              </a:rPr>
              <a:t>Hoyle and Fowler (1960)</a:t>
            </a:r>
            <a:endParaRPr b="1"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25" y="462325"/>
            <a:ext cx="4355375" cy="30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447900" y="4464450"/>
            <a:ext cx="8206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https://www.jpl.nasa.gov/spaceimages/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500" y="462325"/>
            <a:ext cx="4114700" cy="30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419000" y="3684250"/>
            <a:ext cx="411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layfair Display"/>
                <a:ea typeface="Playfair Display"/>
                <a:cs typeface="Playfair Display"/>
                <a:sym typeface="Playfair Display"/>
              </a:rPr>
              <a:t>Single Degenerate </a:t>
            </a:r>
            <a:endParaRPr b="1" sz="2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4724450" y="3684238"/>
            <a:ext cx="4114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layfair Display"/>
                <a:ea typeface="Playfair Display"/>
                <a:cs typeface="Playfair Display"/>
                <a:sym typeface="Playfair Display"/>
              </a:rPr>
              <a:t>Double</a:t>
            </a:r>
            <a:r>
              <a:rPr b="1" lang="en" sz="2200">
                <a:latin typeface="Playfair Display"/>
                <a:ea typeface="Playfair Display"/>
                <a:cs typeface="Playfair Display"/>
                <a:sym typeface="Playfair Display"/>
              </a:rPr>
              <a:t> Degenerate </a:t>
            </a:r>
            <a:endParaRPr b="1" sz="2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75" y="833974"/>
            <a:ext cx="6045801" cy="40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371575" y="809100"/>
            <a:ext cx="24417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SN spectroscopy as a scan of stellar explosion.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472725" y="4146575"/>
            <a:ext cx="23406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Thomas, Nugent &amp; Meza, 2010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525" y="216725"/>
            <a:ext cx="4007699" cy="47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476775" y="390100"/>
            <a:ext cx="43200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Diversity among thermonuclear transients</a:t>
            </a:r>
            <a:endParaRPr sz="2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06825" y="1473700"/>
            <a:ext cx="4189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91T -like.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91bg -like.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Super-Chandrasekhar SNe Ia.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02es -like.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SNe Iax.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Ca - rich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Fast SNe.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Taubenberger, 2017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Early time Photometry can constrain the radii of the possible companion and the progenitor star. (Kasen, 2010)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The shape and duration of the rising light curve probe the radial distribution of Ni-56 in the exploding core. (Piro &amp; Nakar, 2014; Dessart et al. , 2014)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Existence of circumstellar material. (Miller et al., 2018)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19150" y="845600"/>
            <a:ext cx="48012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Zwicky Transient Facility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30700" y="1609325"/>
            <a:ext cx="41394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ZTF camera mounted on the 48-inch (1.2 m) Samuel Oschin Telescope.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Uses a camera with a 47 sqaure degree field of view.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Scan ~ 3750 </a:t>
            </a: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square</a:t>
            </a: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 degree in ~ 1 hour with a depth of r~ 20.5 mag. 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Equipped with custom filters, g</a:t>
            </a:r>
            <a:r>
              <a:rPr b="1" baseline="-25000" lang="en" sz="1600">
                <a:latin typeface="Playfair Display"/>
                <a:ea typeface="Playfair Display"/>
                <a:cs typeface="Playfair Display"/>
                <a:sym typeface="Playfair Display"/>
              </a:rPr>
              <a:t>ZTF</a:t>
            </a: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, r</a:t>
            </a:r>
            <a:r>
              <a:rPr b="1" baseline="-25000" lang="en" sz="1600">
                <a:latin typeface="Playfair Display"/>
                <a:ea typeface="Playfair Display"/>
                <a:cs typeface="Playfair Display"/>
                <a:sym typeface="Playfair Display"/>
              </a:rPr>
              <a:t>ZTF</a:t>
            </a: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 , i</a:t>
            </a:r>
            <a:r>
              <a:rPr b="1" baseline="-25000" lang="en" sz="1600">
                <a:latin typeface="Playfair Display"/>
                <a:ea typeface="Playfair Display"/>
                <a:cs typeface="Playfair Display"/>
                <a:sym typeface="Playfair Display"/>
              </a:rPr>
              <a:t>ZTF.</a:t>
            </a: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layfair Display"/>
              <a:buChar char="●"/>
            </a:pPr>
            <a:r>
              <a:rPr b="1" lang="en" sz="1600">
                <a:latin typeface="Playfair Display"/>
                <a:ea typeface="Playfair Display"/>
                <a:cs typeface="Playfair Display"/>
                <a:sym typeface="Playfair Display"/>
              </a:rPr>
              <a:t>Used for studies of SNe, variable stars, binaries, AGN, and asteroids. </a:t>
            </a:r>
            <a:endParaRPr b="1" sz="16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100" y="914577"/>
            <a:ext cx="3429101" cy="22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866875" y="4551125"/>
            <a:ext cx="7821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https://sites.astro.caltech.edu/palomar/about/telescopes/oschin.html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259075" y="3294150"/>
            <a:ext cx="3429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Samuel Oschin Telescope dome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259075" y="3900975"/>
            <a:ext cx="3429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Dekany et al.  2016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718025" y="441050"/>
            <a:ext cx="64242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and Sample Selection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66875" y="1141400"/>
            <a:ext cx="3583200" cy="3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ZTF survey -- 40 % (public), 40 % (partnership), 20 % (Caltech)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85 % of public time -- 3 day cadence in g &amp; r of the northern sky. 15 % -- Two visits to the galactic plane (1 g +1 r) every night.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Partnership time -- 2500 deg</a:t>
            </a:r>
            <a:r>
              <a:rPr b="1" baseline="30000" lang="en" sz="1500">
                <a:latin typeface="Playfair Display"/>
                <a:ea typeface="Playfair Display"/>
                <a:cs typeface="Playfair Display"/>
                <a:sym typeface="Playfair Display"/>
              </a:rPr>
              <a:t>2 </a:t>
            </a: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 with six visits (3 g + 3 r) every night.  (extragalactic high cadence)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Caltech time -- One day cadence in g &amp; r band covering 3000 deg</a:t>
            </a:r>
            <a:r>
              <a:rPr b="1" baseline="30000" lang="en" sz="1500"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Generates a ZTF alert once a detection is made.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718025" y="441050"/>
            <a:ext cx="64242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and Sample Selection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66875" y="1141400"/>
            <a:ext cx="3583200" cy="3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ZTF survey -- 40 % (public), 40 % (partnership), 20 % (Caltech)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85 % of public time -- 3 day cadence in g &amp; r of the northern sky. 15 % -- Two visits to the galactic plane (1 g +1 r) every night.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Playfair Display"/>
              <a:buChar char="●"/>
            </a:pPr>
            <a:r>
              <a:rPr b="1" lang="en" sz="15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Partnership time -- 2500 deg</a:t>
            </a:r>
            <a:r>
              <a:rPr b="1" baseline="30000" lang="en" sz="15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 </a:t>
            </a:r>
            <a:r>
              <a:rPr b="1" lang="en" sz="15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with six visits (3 g + 3 r) every night.  (extragalactic high cadence)</a:t>
            </a:r>
            <a:endParaRPr b="1" sz="1500">
              <a:solidFill>
                <a:srgbClr val="FF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Caltech time -- One day cadence in g &amp; r band covering 3000 deg</a:t>
            </a:r>
            <a:r>
              <a:rPr b="1" baseline="30000" lang="en" sz="1500"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Generates a ZTF alert once a detection is made.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718025" y="441050"/>
            <a:ext cx="64242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and Sample Selection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674625" y="1141400"/>
            <a:ext cx="4182000" cy="3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Spectroscopically classify SN Ia. # 336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Observed by the high cadence fields. # 247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At least one detection 5d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191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Selection where reference images are obtained 25 days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154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Target detected both (g + r) at least 5 nights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140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The first 3-sigma detection must be earlier than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- 10(1+z) in both (g+r). # 129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In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 and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 + 20 (1+z) the object must be detected at least once in both (g+r)  # 127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718025" y="441050"/>
            <a:ext cx="6424200" cy="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and Sample Selection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4674625" y="1141400"/>
            <a:ext cx="4182000" cy="3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Spectroscopically classify SN Ia. # 336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Observed by the high cadence fields. # 247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At least one detection 5d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191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Selection where reference images are obtained 25 days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154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Target detected both (g + r) at least 5 nights before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. # 140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The first 3-sigma detection must be earlier than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- 10(1+z) in both (g+r). # 129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In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 and t</a:t>
            </a:r>
            <a:r>
              <a:rPr b="1" baseline="-25000" lang="en">
                <a:latin typeface="Playfair Display"/>
                <a:ea typeface="Playfair Display"/>
                <a:cs typeface="Playfair Display"/>
                <a:sym typeface="Playfair Display"/>
              </a:rPr>
              <a:t>max </a:t>
            </a: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 + 20 (1+z) the object must be detected at least once in both (g+r)  # 127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866875" y="1141400"/>
            <a:ext cx="3583200" cy="3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ZTF survey -- 40 % (public), 40 % (partnership), 20 % (Caltech)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85 % of public time -- 3 day cadence in g &amp; r of the northern sky. 15 % -- Two visits to the galactic plane (1 g +1 r) every night.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Partnership time -- 2500 deg</a:t>
            </a:r>
            <a:r>
              <a:rPr b="1" baseline="30000" lang="en" sz="1500">
                <a:latin typeface="Playfair Display"/>
                <a:ea typeface="Playfair Display"/>
                <a:cs typeface="Playfair Display"/>
                <a:sym typeface="Playfair Display"/>
              </a:rPr>
              <a:t>2 </a:t>
            </a: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 with six visits (3 g + 3 r) every night.  (extragalactic high cadence)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Caltech time -- One day cadence in g &amp; r band covering 3000 deg</a:t>
            </a:r>
            <a:r>
              <a:rPr b="1" baseline="30000" lang="en" sz="1500"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ayfair Display"/>
              <a:buChar char="●"/>
            </a:pPr>
            <a:r>
              <a:rPr b="1" lang="en" sz="1500">
                <a:latin typeface="Playfair Display"/>
                <a:ea typeface="Playfair Display"/>
                <a:cs typeface="Playfair Display"/>
                <a:sym typeface="Playfair Display"/>
              </a:rPr>
              <a:t>Generates a ZTF alert once a detection is made. </a:t>
            </a:r>
            <a:endParaRPr b="1"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4294967295" type="title"/>
          </p:nvPr>
        </p:nvSpPr>
        <p:spPr>
          <a:xfrm>
            <a:off x="860400" y="449800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SemiBold"/>
                <a:ea typeface="Nunito SemiBold"/>
                <a:cs typeface="Nunito SemiBold"/>
                <a:sym typeface="Nunito SemiBold"/>
              </a:rPr>
              <a:t>Forced Photometry 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cxnSp>
        <p:nvCxnSpPr>
          <p:cNvPr id="206" name="Google Shape;206;p24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800" y="758150"/>
            <a:ext cx="3228425" cy="4024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780200" y="1242525"/>
            <a:ext cx="42045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Forced PSF photometry can provide deeper non-detection upper limits.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Reveal structure in early time light curves.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Can put tighter 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constraint on epoch of explosion.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Performed on difference image.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721425" y="4782300"/>
            <a:ext cx="2735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ZTF18abxxssh (r-band)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4294967295" type="title"/>
          </p:nvPr>
        </p:nvSpPr>
        <p:spPr>
          <a:xfrm>
            <a:off x="773700" y="18500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SemiBold"/>
                <a:ea typeface="Nunito SemiBold"/>
                <a:cs typeface="Nunito SemiBold"/>
                <a:sym typeface="Nunito SemiBold"/>
              </a:rPr>
              <a:t>Forced Photometry Recipe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cxnSp>
        <p:nvCxnSpPr>
          <p:cNvPr id="215" name="Google Shape;215;p25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153" y="0"/>
            <a:ext cx="15750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751300" y="780200"/>
            <a:ext cx="62994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Astrometry with sub-pixel accuracy.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Difference image and its  normalized model psf.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Difference image created by ZOGY algorithm.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(Zackay, Ofek and Gal-Yam, 2016).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Playfair Display"/>
              <a:buChar char="●"/>
            </a:pPr>
            <a:r>
              <a:rPr lang="en" sz="20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PSF template image generated such that the difference image can be modelled by the psf image </a:t>
            </a:r>
            <a:r>
              <a:rPr lang="en" sz="20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multiplied</a:t>
            </a:r>
            <a:r>
              <a:rPr lang="en" sz="2000">
                <a:solidFill>
                  <a:srgbClr val="FF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by a number plus some random noise.</a:t>
            </a:r>
            <a:endParaRPr sz="2000">
              <a:solidFill>
                <a:srgbClr val="FF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Task is to find “the number(m)” and “the noise(σ)”.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Sample the posterior probability distribution for (m, σ).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lang="en" sz="2000">
                <a:latin typeface="Playfair Display"/>
                <a:ea typeface="Playfair Display"/>
                <a:cs typeface="Playfair Display"/>
                <a:sym typeface="Playfair Display"/>
              </a:rPr>
              <a:t>Median value of the distribution as flux and flux unc.</a:t>
            </a:r>
            <a:endParaRPr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idx="4294967295" type="title"/>
          </p:nvPr>
        </p:nvSpPr>
        <p:spPr>
          <a:xfrm>
            <a:off x="860400" y="449800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SemiBold"/>
                <a:ea typeface="Nunito SemiBold"/>
                <a:cs typeface="Nunito SemiBold"/>
                <a:sym typeface="Nunito SemiBold"/>
              </a:rPr>
              <a:t>Redshift Distribution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cxnSp>
        <p:nvCxnSpPr>
          <p:cNvPr id="223" name="Google Shape;223;p26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900"/>
            <a:ext cx="4996713" cy="362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5259075" y="650150"/>
            <a:ext cx="36699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z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 = 0.0181 - 0.165, with a median of 0.074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46 -NED,  16 - host galaxy lines, 65 - SN spectrum.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The median time of first detection is -13.6 days relative to t</a:t>
            </a:r>
            <a:r>
              <a:rPr b="1" baseline="-25000" lang="en" sz="2000">
                <a:latin typeface="Playfair Display"/>
                <a:ea typeface="Playfair Display"/>
                <a:cs typeface="Playfair Display"/>
                <a:sym typeface="Playfair Display"/>
              </a:rPr>
              <a:t>max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3" y="523875"/>
            <a:ext cx="89439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6875"/>
            <a:ext cx="8839199" cy="405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78413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/>
        </p:nvSpPr>
        <p:spPr>
          <a:xfrm>
            <a:off x="7339600" y="404550"/>
            <a:ext cx="1690500" cy="4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P48 Light curves of SNe. 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Shown here is LC upto z = 0.051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775" y="338138"/>
            <a:ext cx="3933825" cy="44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 txBox="1"/>
          <p:nvPr/>
        </p:nvSpPr>
        <p:spPr>
          <a:xfrm>
            <a:off x="679050" y="338225"/>
            <a:ext cx="37854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P48 Light Curve of 6 SNe in the sample.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ZTF18abclfee (2002cx - like)  M</a:t>
            </a:r>
            <a:r>
              <a:rPr b="1" baseline="-25000" lang="en" sz="2000">
                <a:latin typeface="Playfair Display"/>
                <a:ea typeface="Playfair Display"/>
                <a:cs typeface="Playfair Display"/>
                <a:sym typeface="Playfair Display"/>
              </a:rPr>
              <a:t>r 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 = -16.85 +/- 0.02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ZTF18abdpvnd (S-Ch ) M</a:t>
            </a:r>
            <a:r>
              <a:rPr b="1" baseline="-25000" lang="en" sz="2000"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 = -19.56 +/- 0.23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ZTF18aaykjei (Ia-CSM) 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M</a:t>
            </a:r>
            <a:r>
              <a:rPr b="1" baseline="-25000" lang="en" sz="2000">
                <a:latin typeface="Playfair Display"/>
                <a:ea typeface="Playfair Display"/>
                <a:cs typeface="Playfair Display"/>
                <a:sym typeface="Playfair Display"/>
              </a:rPr>
              <a:t>r </a:t>
            </a: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 = -19.65 +/- 0.04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layfair Display"/>
              <a:buChar char="●"/>
            </a:pPr>
            <a:r>
              <a:rPr b="1" lang="en" sz="2000">
                <a:latin typeface="Playfair Display"/>
                <a:ea typeface="Playfair Display"/>
                <a:cs typeface="Playfair Display"/>
                <a:sym typeface="Playfair Display"/>
              </a:rPr>
              <a:t>ZTF18abhpgje, ZTF18aawpcel, ZTF18abddmrf  (S-Ch)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/>
        </p:nvSpPr>
        <p:spPr>
          <a:xfrm>
            <a:off x="390100" y="144475"/>
            <a:ext cx="69351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ZTF18abclfee                  ZTF18abdpvnd</a:t>
            </a:r>
            <a:endParaRPr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3" name="Google Shape;2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275"/>
            <a:ext cx="4004759" cy="39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5109" y="1057025"/>
            <a:ext cx="4682040" cy="389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/>
        </p:nvSpPr>
        <p:spPr>
          <a:xfrm>
            <a:off x="390100" y="144475"/>
            <a:ext cx="69351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ZTF18aaykjei</a:t>
            </a: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            ZTF18abhpgje</a:t>
            </a:r>
            <a:endParaRPr b="1"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9275"/>
            <a:ext cx="3429845" cy="39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4645" y="1019275"/>
            <a:ext cx="5256956" cy="302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/>
        </p:nvSpPr>
        <p:spPr>
          <a:xfrm>
            <a:off x="245625" y="158925"/>
            <a:ext cx="82353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Light Curve Parameter Space</a:t>
            </a:r>
            <a:endParaRPr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0525"/>
            <a:ext cx="4055270" cy="40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5445" y="990525"/>
            <a:ext cx="3969260" cy="400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/>
        </p:nvSpPr>
        <p:spPr>
          <a:xfrm>
            <a:off x="520125" y="433450"/>
            <a:ext cx="5288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Takeaways from the Paper</a:t>
            </a:r>
            <a:endParaRPr sz="3000">
              <a:solidFill>
                <a:schemeClr val="lt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809100" y="1213625"/>
            <a:ext cx="7614000" cy="3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Early high-cadence observations of 127 SNe.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Multiple passbands (g+r) allowing study of colour evolution.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How to make a forced psf photometry pipeline.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Char char="●"/>
            </a:pPr>
            <a:r>
              <a:rPr lang="en" sz="2500">
                <a:latin typeface="Playfair Display"/>
                <a:ea typeface="Playfair Display"/>
                <a:cs typeface="Playfair Display"/>
                <a:sym typeface="Playfair Display"/>
              </a:rPr>
              <a:t>Exploration of the diversity among type Ia SNe with photometric and spectroscopic classification.</a:t>
            </a:r>
            <a:endParaRPr sz="2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